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roop-to-task-arctic-ascent-final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
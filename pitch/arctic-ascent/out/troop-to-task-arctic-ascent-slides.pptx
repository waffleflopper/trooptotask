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 slide. Advance to roll the opener.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opener plays (2:20). Advance when the end card holds.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Calendar, because every question starts with “who’s here?” Every leave, TDY and appointment is one bar: drag across the days to add one, drag the end to change it. Duty has its own lane. The picker puts whoever’s gone longest first, dims anyone who’s away, and filters by rank, role and MOS. And when the 1SG wants paper, it prints exactly what you see.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just shipped. Open any Soldier and you get their next two weeks, then what needs action, most urgent first: expired CPR, missing SHARP, a weapons qual about to lapse, the NCOER, the ETS window. If we can’t check something, it says so instead of showing green. Snap the certificate, see the new expiration, save. The leader book and the counseling folder,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is where admin time goes to die. Every Soldier, every requirement, one matrix, with critical tasks, onboarding and evals alongside. Training reports answer the commander’s real question: where will we be? This is live data: 79% today, 63% in 180 days if nobody renews, which sections fall first, and which training buys the most back. Print it for the training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next. A FRAGO drops: the Best Medic Competition needs lanes, medics and graders. Today that’s a spreadsheet and a phone tree. Here the event holds its taskings, each routed to the Group that owns it. When you pick people you see their leave, TDY and other taskings before you commit them, and the board shows what’s overdue, blocked or still short.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one leaders keep asking for. A captain wrote in: let me brain dump, with a way to verify what it does. That’s Drop Zone. Talk at the end of formation, TroopToTask turns it into changes, and nothing saves until you approve. It has your access, nothing more. Then ask your data anything, draft the training meeting slides, forecast who won’t be ready for JPMRC.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trust any of this with your Soldiers’ data: it’s built for CUI. Access is enforced by the server, by Group and by feature, exactly like the scoped access you saw. Data is encrypted in transit and at rest, with MFA and a year of audit history. It’s aligned with NIST 800-171 on SOC 2 hosting. We’re honest that it isn’t FedRAMP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minute TroopToTask saves goes back to training. Less time on admin. More time with Soldiers. That’s readiness. [Make your ask here.]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oop-to-task-arctic-ascent-fina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